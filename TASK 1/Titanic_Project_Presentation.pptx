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Titanic Survival Prediction using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 whether a passenger survived the Titanic disaster using passenger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dataset contains passenger information such as age, gender, class, and fare.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Steps Followed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cleaning, encoding categorical features, model training, and evaluation.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Logistic Regression classification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model achieved good accuracy in predicting survival.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can effectively predict survival outcomes.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