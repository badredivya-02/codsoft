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Credit Card Fraud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Project</a:t>
            </a:r>
          </a:p>
          <a:p>
            <a:r>
              <a:t>Using Logistic Regression &amp; SMOTE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 fraudulent credit card transactions</a:t>
            </a:r>
          </a:p>
          <a:p>
            <a:r>
              <a:t>• Important problem in financial security</a:t>
            </a:r>
          </a:p>
          <a:p>
            <a:r>
              <a:t>• Machine learning based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Credit Card Fraud Detection dataset</a:t>
            </a:r>
          </a:p>
          <a:p>
            <a:r>
              <a:t>• PCA transformed features</a:t>
            </a:r>
          </a:p>
          <a:p>
            <a:r>
              <a:t>• Target column: Class (0 = Genuine, 1 = Fraud)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cleaning and type conversion</a:t>
            </a:r>
          </a:p>
          <a:p>
            <a:r>
              <a:t>• Feature scaling using StandardScaler</a:t>
            </a:r>
          </a:p>
          <a:p>
            <a:r>
              <a:t>• Train-test split (80% - 20%)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Class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is highly imbalanced</a:t>
            </a:r>
          </a:p>
          <a:p>
            <a:r>
              <a:t>• Applied SMOTE oversampling</a:t>
            </a:r>
          </a:p>
          <a:p>
            <a:r>
              <a:t>• Balanced training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Logistic Regression</a:t>
            </a:r>
          </a:p>
          <a:p>
            <a:r>
              <a:t>• Binary classification algorithm</a:t>
            </a:r>
          </a:p>
          <a:p>
            <a:r>
              <a:t>• Simple, fast, and effective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Confusion Matrix</a:t>
            </a:r>
          </a:p>
          <a:p>
            <a:r>
              <a:t>• Precision, Recall, F1-score</a:t>
            </a:r>
          </a:p>
          <a:p>
            <a:r>
              <a:t>• Focus on fraud detection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detected fraudulent transactions</a:t>
            </a:r>
          </a:p>
          <a:p>
            <a:r>
              <a:t>• SMOTE improved fraud detection</a:t>
            </a:r>
          </a:p>
          <a:p>
            <a:r>
              <a:t>• Can be extended with advanced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