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Movie Rating Prediction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Project</a:t>
            </a:r>
          </a:p>
          <a:p>
            <a:r>
              <a:t>Regression Based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movie ratings using machine learning</a:t>
            </a:r>
          </a:p>
          <a:p>
            <a:r>
              <a:t>• Based on genre, director, actors, and other features</a:t>
            </a:r>
          </a:p>
          <a:p>
            <a:r>
              <a:t>• Helps understand factors affecting movie ratings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Movie ratings depend on multiple factors</a:t>
            </a:r>
          </a:p>
          <a:p>
            <a:r>
              <a:t>• Manual prediction is difficult</a:t>
            </a:r>
          </a:p>
          <a:p>
            <a:r>
              <a:t>• ML model can estimate ratings accurately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Historical movie data collected</a:t>
            </a:r>
          </a:p>
          <a:p>
            <a:r>
              <a:t>• Features: Genre, Director, Actors, Duration, Year</a:t>
            </a:r>
          </a:p>
          <a:p>
            <a:r>
              <a:t>• Target variable: Movie Rating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Handling missing values</a:t>
            </a:r>
          </a:p>
          <a:p>
            <a:r>
              <a:t>• Encoding categorical features</a:t>
            </a:r>
          </a:p>
          <a:p>
            <a:r>
              <a:t>• Feature scaling if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genres and actors into numeric form</a:t>
            </a:r>
          </a:p>
          <a:p>
            <a:r>
              <a:t>• Remove irrelevant columns</a:t>
            </a:r>
          </a:p>
          <a:p>
            <a:r>
              <a:t>• Select important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Regression techniques</a:t>
            </a:r>
          </a:p>
          <a:p>
            <a:r>
              <a:t>• Linear Regression / Random Forest Regressor</a:t>
            </a:r>
          </a:p>
          <a:p>
            <a:r>
              <a:t>• Model trained on historical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Mean Absolute Error (MAE)</a:t>
            </a:r>
          </a:p>
          <a:p>
            <a:r>
              <a:t>• Mean Squared Error (MSE)</a:t>
            </a:r>
          </a:p>
          <a:p>
            <a:r>
              <a:t>• R-Squared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predicts movie ratings effectively</a:t>
            </a:r>
          </a:p>
          <a:p>
            <a:r>
              <a:t>• Identifies influential features</a:t>
            </a:r>
          </a:p>
          <a:p>
            <a:r>
              <a:t>• Reasonable prediction accuracy achieved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helps in predicting movie ratings</a:t>
            </a:r>
          </a:p>
          <a:p>
            <a:r>
              <a:t>• Regression models perform well</a:t>
            </a:r>
          </a:p>
          <a:p>
            <a:r>
              <a:t>• Can be improved with more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deep learning models</a:t>
            </a:r>
          </a:p>
          <a:p>
            <a:r>
              <a:t>• Include user reviews and sentiments</a:t>
            </a:r>
          </a:p>
          <a:p>
            <a:r>
              <a:t>• Improve accuracy further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